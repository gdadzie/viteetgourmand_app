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88057a9b27471a" /><Relationship Type="http://schemas.openxmlformats.org/officeDocument/2006/relationships/extended-properties" Target="/docProps/app.xml" Id="R545a98c4e205499e" /><Relationship Type="http://schemas.openxmlformats.org/officeDocument/2006/relationships/officeDocument" Target="/ppt/presentation.xml" Id="Ref3c237edba842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db0b2cdd648d6"/>
  </p:sldMasterIdLst>
  <p:notesMasterIdLst>
    <p:notesMasterId xmlns:r="http://schemas.openxmlformats.org/officeDocument/2006/relationships" r:id="R1b4f25b3a9c34665"/>
  </p:notesMasterIdLst>
  <p:sldIdLst>
    <p:sldId xmlns:r="http://schemas.openxmlformats.org/officeDocument/2006/relationships" id="256" r:id="R3c0c5e46b0164d67"/>
    <p:sldId xmlns:r="http://schemas.openxmlformats.org/officeDocument/2006/relationships" id="257" r:id="Ra665a4e9c20c49b3"/>
    <p:sldId xmlns:r="http://schemas.openxmlformats.org/officeDocument/2006/relationships" id="258" r:id="R035b931cfc614f81"/>
    <p:sldId xmlns:r="http://schemas.openxmlformats.org/officeDocument/2006/relationships" id="259" r:id="Rfd4a311fe23b43fc"/>
    <p:sldId xmlns:r="http://schemas.openxmlformats.org/officeDocument/2006/relationships" id="260" r:id="R29acdf258f68418c"/>
    <p:sldId xmlns:r="http://schemas.openxmlformats.org/officeDocument/2006/relationships" id="261" r:id="R4be92b6332024d3c"/>
    <p:sldId xmlns:r="http://schemas.openxmlformats.org/officeDocument/2006/relationships" id="262" r:id="R3bb6e7afcb124394"/>
    <p:sldId xmlns:r="http://schemas.openxmlformats.org/officeDocument/2006/relationships" id="263" r:id="R77a049da6ec64332"/>
    <p:sldId xmlns:r="http://schemas.openxmlformats.org/officeDocument/2006/relationships" id="264" r:id="Rd32acf39c0bc47c2"/>
    <p:sldId xmlns:r="http://schemas.openxmlformats.org/officeDocument/2006/relationships" id="265" r:id="R1c681def27c146f1"/>
    <p:sldId xmlns:r="http://schemas.openxmlformats.org/officeDocument/2006/relationships" id="266" r:id="R675cb79c6dca4e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7af32cb94b4566" /><Relationship Type="http://schemas.openxmlformats.org/officeDocument/2006/relationships/slideMaster" Target="/ppt/slideMasters/slideMaster1.xml" Id="Ra82db0b2cdd648d6" /><Relationship Type="http://schemas.openxmlformats.org/officeDocument/2006/relationships/notesMaster" Target="/ppt/notesMasters/notesMaster1.xml" Id="R1b4f25b3a9c34665" /><Relationship Type="http://schemas.openxmlformats.org/officeDocument/2006/relationships/presProps" Target="/ppt/presProps.xml" Id="R3a9f5d8e5a964427" /><Relationship Type="http://schemas.openxmlformats.org/officeDocument/2006/relationships/tableStyles" Target="/ppt/tableStyles.xml" Id="R92ce67039d974452" /><Relationship Type="http://schemas.openxmlformats.org/officeDocument/2006/relationships/slide" Target="/ppt/slides/slide1.xml" Id="R3c0c5e46b0164d67" /><Relationship Type="http://schemas.openxmlformats.org/officeDocument/2006/relationships/slide" Target="/ppt/slides/slide2.xml" Id="Ra665a4e9c20c49b3" /><Relationship Type="http://schemas.openxmlformats.org/officeDocument/2006/relationships/slide" Target="/ppt/slides/slide3.xml" Id="R035b931cfc614f81" /><Relationship Type="http://schemas.openxmlformats.org/officeDocument/2006/relationships/slide" Target="/ppt/slides/slide4.xml" Id="Rfd4a311fe23b43fc" /><Relationship Type="http://schemas.openxmlformats.org/officeDocument/2006/relationships/slide" Target="/ppt/slides/slide5.xml" Id="R29acdf258f68418c" /><Relationship Type="http://schemas.openxmlformats.org/officeDocument/2006/relationships/slide" Target="/ppt/slides/slide6.xml" Id="R4be92b6332024d3c" /><Relationship Type="http://schemas.openxmlformats.org/officeDocument/2006/relationships/slide" Target="/ppt/slides/slide7.xml" Id="R3bb6e7afcb124394" /><Relationship Type="http://schemas.openxmlformats.org/officeDocument/2006/relationships/slide" Target="/ppt/slides/slide8.xml" Id="R77a049da6ec64332" /><Relationship Type="http://schemas.openxmlformats.org/officeDocument/2006/relationships/slide" Target="/ppt/slides/slide9.xml" Id="Rd32acf39c0bc47c2" /><Relationship Type="http://schemas.openxmlformats.org/officeDocument/2006/relationships/slide" Target="/ppt/slides/slide10.xml" Id="R1c681def27c146f1" /><Relationship Type="http://schemas.openxmlformats.org/officeDocument/2006/relationships/slide" Target="/ppt/slides/slide11.xml" Id="R675cb79c6dca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5a05de479641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aa4280dc5a4645" /><Relationship Type="http://schemas.openxmlformats.org/officeDocument/2006/relationships/notesMaster" Target="/ppt/notesMasters/notesMaster1.xml" Id="R88f7d885f2de43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b919451c594791" /><Relationship Type="http://schemas.openxmlformats.org/officeDocument/2006/relationships/notesMaster" Target="/ppt/notesMasters/notesMaster1.xml" Id="Redd08494a40440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4ad297cc3f4323" /><Relationship Type="http://schemas.openxmlformats.org/officeDocument/2006/relationships/notesMaster" Target="/ppt/notesMasters/notesMaster1.xml" Id="R671a984982fc40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4efe895afc45cf" /><Relationship Type="http://schemas.openxmlformats.org/officeDocument/2006/relationships/notesMaster" Target="/ppt/notesMasters/notesMaster1.xml" Id="R117a9649dba74c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38b406e1754b92" /><Relationship Type="http://schemas.openxmlformats.org/officeDocument/2006/relationships/notesMaster" Target="/ppt/notesMasters/notesMaster1.xml" Id="R5d4ea28ff0fa4d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849b1d4b5945bc" /><Relationship Type="http://schemas.openxmlformats.org/officeDocument/2006/relationships/notesMaster" Target="/ppt/notesMasters/notesMaster1.xml" Id="Ra924217a0ca249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53bd82ed1f461c" /><Relationship Type="http://schemas.openxmlformats.org/officeDocument/2006/relationships/notesMaster" Target="/ppt/notesMasters/notesMaster1.xml" Id="Rfce5e75cb5ff47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4382622eb24e4f" /><Relationship Type="http://schemas.openxmlformats.org/officeDocument/2006/relationships/notesMaster" Target="/ppt/notesMasters/notesMaster1.xml" Id="R69c90d0c7ac444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9e68719e984da9" /><Relationship Type="http://schemas.openxmlformats.org/officeDocument/2006/relationships/notesMaster" Target="/ppt/notesMasters/notesMaster1.xml" Id="Rb461855498544c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c4e09144094f83" /><Relationship Type="http://schemas.openxmlformats.org/officeDocument/2006/relationships/notesMaster" Target="/ppt/notesMasters/notesMaster1.xml" Id="R8654d12f920042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1fa0fbeecc466e" /><Relationship Type="http://schemas.openxmlformats.org/officeDocument/2006/relationships/notesMaster" Target="/ppt/notesMasters/notesMaster1.xml" Id="Re43a5ed789fa4d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Présentation du projet Vite &amp; Gourmand. Visuel : maquette fournie par le candidat.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cahier des charges a conduit à identifier quatre profils et leurs droits.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Visuel : maquette mobile fournie par le candidat. Aucun chiffre de performance n'est affirmé.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Visuel : maquette de liste des menus fournie. Les filtres sont actualisés sans rechargement de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Visuel : maquette de détail de menu fournie. Les règles décrites sont contrôlées côté serveur.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Visuel : maquette du tableau administrateur fournie par le candidat.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progressive MVC du dépôt. Les chemins de dossiers sont vérifiables dans le code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Visuel : MCD fourni par le candidat. MySQL reste la source de vérité métier.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fichier .gitignore exclut les secrets, dépendances locales, logs, caches et sauvegardes. Aucun mot de passe ne doit être partagé à l'oral.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détails des tests manuels sont disponibles dans docs/tests_manuels.md du dépôt.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Conclusion. Proposer ensuite une démonstration avec les comptes préparés et les liens réels.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4a592a03b42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c847a2e8d84082" /><Relationship Type="http://schemas.openxmlformats.org/officeDocument/2006/relationships/slideLayout" Target="/ppt/slideLayouts/slideLayout1.xml" Id="Red33734f79df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33734f79df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bdab721104f85" /><Relationship Type="http://schemas.openxmlformats.org/officeDocument/2006/relationships/image" Target="/ppt/media/image.png" Id="R80675564ca3b40a6" /><Relationship Type="http://schemas.openxmlformats.org/officeDocument/2006/relationships/notesSlide" Target="/ppt/notesSlides/notesSlide1.xml" Id="Rf02a05dd4d7a49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58ef3a5e649f6" /><Relationship Type="http://schemas.openxmlformats.org/officeDocument/2006/relationships/notesSlide" Target="/ppt/notesSlides/notesSlide2.xml" Id="R05580e0f1d5247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c4a98d53b4347" /><Relationship Type="http://schemas.openxmlformats.org/officeDocument/2006/relationships/image" Target="/ppt/media/image2.png" Id="R73530f2c4ddc4f26" /><Relationship Type="http://schemas.openxmlformats.org/officeDocument/2006/relationships/notesSlide" Target="/ppt/notesSlides/notesSlide3.xml" Id="R39d1a90f0cb64e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97cc2459d4c28" /><Relationship Type="http://schemas.openxmlformats.org/officeDocument/2006/relationships/image" Target="/ppt/media/image3.png" Id="R29e12eaf593e4e62" /><Relationship Type="http://schemas.openxmlformats.org/officeDocument/2006/relationships/notesSlide" Target="/ppt/notesSlides/notesSlide4.xml" Id="R6f954490727c4e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334eeff6f4ef8" /><Relationship Type="http://schemas.openxmlformats.org/officeDocument/2006/relationships/image" Target="/ppt/media/image4.png" Id="R2f43ce3339794cfe" /><Relationship Type="http://schemas.openxmlformats.org/officeDocument/2006/relationships/notesSlide" Target="/ppt/notesSlides/notesSlide5.xml" Id="R77e276bbebec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7e35dd0044ab" /><Relationship Type="http://schemas.openxmlformats.org/officeDocument/2006/relationships/image" Target="/ppt/media/image5.png" Id="Rf69aa07308c94866" /><Relationship Type="http://schemas.openxmlformats.org/officeDocument/2006/relationships/notesSlide" Target="/ppt/notesSlides/notesSlide6.xml" Id="R9f62d6fdad8341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8579001f8419c" /><Relationship Type="http://schemas.openxmlformats.org/officeDocument/2006/relationships/notesSlide" Target="/ppt/notesSlides/notesSlide7.xml" Id="Rd92eb7f0827941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d3239420540f8" /><Relationship Type="http://schemas.openxmlformats.org/officeDocument/2006/relationships/image" Target="/ppt/media/image6.png" Id="R2d0e3fd767504cc3" /><Relationship Type="http://schemas.openxmlformats.org/officeDocument/2006/relationships/notesSlide" Target="/ppt/notesSlides/notesSlide8.xml" Id="Rf0c9324903fe4b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745a8ae694fa7" /><Relationship Type="http://schemas.openxmlformats.org/officeDocument/2006/relationships/notesSlide" Target="/ppt/notesSlides/notesSlide9.xml" Id="R453487cb9e2543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e6448c6504870" /><Relationship Type="http://schemas.openxmlformats.org/officeDocument/2006/relationships/notesSlide" Target="/ppt/notesSlides/notesSlide10.xml" Id="R19fc007c6d594c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df263fcff4ad2" /><Relationship Type="http://schemas.openxmlformats.org/officeDocument/2006/relationships/notesSlide" Target="/ppt/notesSlides/notesSlide11.xml" Id="R9e1ca95df0c24f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17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75564ca3b40a6"/>
          <a:srcRect xmlns:a="http://schemas.openxmlformats.org/drawingml/2006/main" l="0" t="26574" r="0" b="26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oundRect">
            <a:avLst>
              <a:gd name="adj" fmla="val 1875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44478-029F-479B-A852-9B5E3266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70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374E2-FCE5-4295-9C45-885CEBE4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3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BAEDB-3B5A-4565-B8D5-451864F2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E9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E9DB"/>
                </a:solidFill>
                <a:latin typeface="Arial"/>
                <a:ea typeface="Arial"/>
                <a:cs typeface="Arial"/>
              </a:rPr>
              <a:t>Application web de gestion et de commande pour un traiteur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9D178-580B-46A8-AA9B-ECEB3CBD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Soutenance ECF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Développeur Web et Web Mobile</a:t>
            </a:r>
          </a:p>
        </p:txBody>
      </p:sp>
    </p:spTree>
    <p:extLst>
      <p:ext uri="{BB962C8B-B14F-4D97-AF65-F5344CB8AC3E}">
        <p14:creationId xmlns:p14="http://schemas.microsoft.com/office/powerpoint/2010/main" val="1235490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32E63-6EAE-4201-AC65-7E7BB404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Le besoin métier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9F932-E3FF-451C-ABED-81216C53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Rendre les menus visibles et simplifier la gestion quotidienne du traiteur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350BE-5EE6-443D-BE88-DB6393F6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0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Vite &amp; Gourmand avait besoin d'un site qui permette aux visiteurs de découvrir les menus et de commander en ligne.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EF818-957B-43FD-AD1D-E9D42D24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99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L'équipe devait aussi gérer les commandes, les menus, les horaires, les avis et les comptes employés depuis des espaces sécurisés.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AA667-1721-48CE-9DED-C17D6F2E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2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66AE9-D6EE-496F-802C-737D6FF8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4 profils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ED073-FB97-4C27-98F4-79594293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342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Visiteur</a:t>
            </a:r>
          </a:p>
          <a:p xmlns:a="http://schemas.openxmlformats.org/drawingml/2006/main">
            <a:pPr algn="l">
              <a:defRPr sz="210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Client</a:t>
            </a:r>
          </a:p>
          <a:p xmlns:a="http://schemas.openxmlformats.org/drawingml/2006/main">
            <a:pPr algn="l">
              <a:defRPr sz="210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Employé</a:t>
            </a:r>
          </a:p>
          <a:p xmlns:a="http://schemas.openxmlformats.org/drawingml/2006/main">
            <a:pPr algn="l">
              <a:defRPr sz="210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Administrateur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6B102-F097-4EBE-8751-8A73AA1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75620-99EF-4005-BBA8-3BE92E86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</p:spTree>
    <p:extLst>
      <p:ext uri="{BB962C8B-B14F-4D97-AF65-F5344CB8AC3E}">
        <p14:creationId xmlns:p14="http://schemas.microsoft.com/office/powerpoint/2010/main" val="980362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85168-FFE3-4CA0-A6FC-005A6C7C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Une expérience pensée pour tous les écrans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4F1B4-7F62-41DC-8086-DC84B4EE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Bootstrap structure les pages et adapte les contenus au mobile, à la tablette et au bureau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30f2c4ddc4f26"/>
          <a:stretch xmlns:a="http://schemas.openxmlformats.org/drawingml/2006/main"/>
        </p:blipFill>
        <p:spPr>
          <a:xfrm xmlns:a="http://schemas.openxmlformats.org/drawingml/2006/main">
            <a:off x="6800850" y="2115791"/>
            <a:ext cx="4705350" cy="2645468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22F81-3ADA-4565-8A10-16944C94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Navigation compacte sur mobile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D5225-3F72-4473-844F-1BEF3F97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Les formulaires prennent la largeur disponible. Les cartes se réorganisent sur une colonne. Les tableaux restent lisibles dans leur zone de défilement.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73631-290C-4297-8634-498CDF4F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Objectif : préserver la lecture et les actions essentielles sur un iPhone comme sur un écran large.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491E3-83A7-461F-926A-A80ED23A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56CAE-A1DC-4092-8DF6-8A1ABFD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</p:spTree>
    <p:extLst>
      <p:ext uri="{BB962C8B-B14F-4D97-AF65-F5344CB8AC3E}">
        <p14:creationId xmlns:p14="http://schemas.microsoft.com/office/powerpoint/2010/main" val="979847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F1C4B-B979-4F4D-9BE4-779D7914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Consulter et filtrer les menus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BBF88-26DA-442A-BD74-01A1BE29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Une vue publique, claire et accessible avant connexion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12eaf593e4e62"/>
          <a:stretch xmlns:a="http://schemas.openxmlformats.org/drawingml/2006/main"/>
        </p:blipFill>
        <p:spPr>
          <a:xfrm xmlns:a="http://schemas.openxmlformats.org/drawingml/2006/main">
            <a:off x="7700332" y="1333500"/>
            <a:ext cx="250633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90F9A-631B-4A31-8044-F33BF817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Chaque menu présente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F10C4-B280-4076-8A5F-3F944B45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Le titre, la description, le prix, le nombre minimal de personnes et un accès au détail.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D0BBC-1692-457B-8F59-E13ADAC0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Filtres disponibles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E2E01-5193-4748-9783-0FA42D44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Prix maximum ou fourchette de prix</a:t>
            </a:r>
          </a:p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Thème et régime</a:t>
            </a:r>
          </a:p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Nombre minimal de personnes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97C80-01CC-4EA8-9771-8A9C9F2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63D78-3F32-4C96-B870-6F980725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</p:spTree>
    <p:extLst>
      <p:ext uri="{BB962C8B-B14F-4D97-AF65-F5344CB8AC3E}">
        <p14:creationId xmlns:p14="http://schemas.microsoft.com/office/powerpoint/2010/main" val="991848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A24B6-28F1-4833-89DD-23778991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Commander un menu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51DB1-216F-41FF-8312-65B0A6D9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Le formulaire reprend les informations du compte et applique les règles métier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3ce3339794cfe"/>
          <a:stretch xmlns:a="http://schemas.openxmlformats.org/drawingml/2006/main"/>
        </p:blipFill>
        <p:spPr>
          <a:xfrm xmlns:a="http://schemas.openxmlformats.org/drawingml/2006/main">
            <a:off x="7905871" y="1333500"/>
            <a:ext cx="2190509" cy="4429125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197B2-80FA-4C48-AFD3-D33413A3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Une commande vérifie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A5956-BEB4-4708-9DB6-07BEB10D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000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Le nombre minimal de personnes, les frais de livraison, le stock et la remise de 10 % lorsque le client commande cinq personnes de plus que le minimum.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7FCC0-12A9-4CE6-A1DF-29FF8458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Après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B1401-8B73-4B8B-B722-7E2B2601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La commande reçoit le statut « reçue ». Le client peut ensuite la modifier ou l'annuler avant son acceptation par l'équipe.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530EF-E157-4D36-A32D-E568538D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BE57E-B81D-4A2F-9A42-EC8F67D4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</p:spTree>
    <p:extLst>
      <p:ext uri="{BB962C8B-B14F-4D97-AF65-F5344CB8AC3E}">
        <p14:creationId xmlns:p14="http://schemas.microsoft.com/office/powerpoint/2010/main" val="495923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C828A-6206-4C7B-955F-F6041DE0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Espaces employés et administrateurs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9BC3C-65F7-4E75-99CA-62921E98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Des fonctions séparées selon le rôle de l'utilisateur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aa07308c94866"/>
          <a:stretch xmlns:a="http://schemas.openxmlformats.org/drawingml/2006/main"/>
        </p:blipFill>
        <p:spPr>
          <a:xfrm xmlns:a="http://schemas.openxmlformats.org/drawingml/2006/main">
            <a:off x="5810250" y="1906367"/>
            <a:ext cx="5619750" cy="3159567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54785-6AB5-4463-A4C0-97AB62BD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Employé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A9B62-9DB3-470E-A836-F361BD05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Suit les commandes, gère les menus, les plats, les horaires et modère les avis.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8D33D-B94D-4F90-B75F-ED85EEDD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Administrateur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B0B85-3FE5-4EF3-9C3A-7824A8AC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Possède les droits employés. Il gère aussi les comptes employés et consulte les statistiques.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16324-C773-4175-85A2-A6CE642E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88FF1-75E3-431F-8FE1-E6660756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</p:spTree>
    <p:extLst>
      <p:ext uri="{BB962C8B-B14F-4D97-AF65-F5344CB8AC3E}">
        <p14:creationId xmlns:p14="http://schemas.microsoft.com/office/powerpoint/2010/main" val="1050482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17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8F28A-5087-4EBD-B508-22AC28B0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 MVC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36CB7-5F80-47ED-BBA1-30FD6944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BDDC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BDDCF"/>
                </a:solidFill>
                <a:latin typeface="Arial"/>
                <a:ea typeface="Arial"/>
                <a:cs typeface="Arial"/>
              </a:rPr>
              <a:t>Le code sépare le routage, les règles métier, l'accès aux données et l'affichage.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43CF9-5EB8-4337-B05C-E6E902D7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952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3B2A1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6602D-5DEC-44E8-9C50-7279B037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98090-ABFE-4201-B22C-207A8F17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8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8D7"/>
                </a:solidFill>
                <a:latin typeface="Arial"/>
                <a:ea typeface="Arial"/>
                <a:cs typeface="Arial"/>
              </a:rPr>
              <a:t>public/index.php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E1465-AF76-4521-89EF-1FE3072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Reçoit la page demandée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414F2-FF70-4BCB-9935-941F67DF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28875"/>
            <a:ext cx="1952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B8782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E9B15-B72B-4D68-95DA-67C04D6C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E2AA2-C9F3-4CF5-A4F4-48B48763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8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8D7"/>
                </a:solidFill>
                <a:latin typeface="Arial"/>
                <a:ea typeface="Arial"/>
                <a:cs typeface="Arial"/>
              </a:rPr>
              <a:t>src/Controller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0BC92-9464-49BE-8C1B-E85D0FC0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242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Contrôle les droits et orchestre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1F1A1-D1C5-46E8-81CA-B6A1F214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28875"/>
            <a:ext cx="1952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3B2A1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0EF8D-9F70-404D-A496-DB769012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88485-FB7D-4240-A82C-331205B8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432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8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8D7"/>
                </a:solidFill>
                <a:latin typeface="Arial"/>
                <a:ea typeface="Arial"/>
                <a:cs typeface="Arial"/>
              </a:rPr>
              <a:t>src/Service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9051B-5615-40F9-88A5-9A64AC6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242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Applique les règles métier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3C377-B946-44AE-B62C-3D49500E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1952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B8782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9EBC2-7E18-4E16-A217-E16E3C87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65FF9-74A4-40F8-BAAC-B42575E9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E8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8E8D7"/>
                </a:solidFill>
                <a:latin typeface="Arial"/>
                <a:ea typeface="Arial"/>
                <a:cs typeface="Arial"/>
              </a:rPr>
              <a:t>src/Repository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0A647-1A0A-4478-9620-AD495FFC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Accède à MySQL et MongoDB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C6E5C-B103-485E-A621-7F6EAC3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1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Les vues dans src/View rendent les pages PHP avec Bootstrap. Les entités représentent les objets métier.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E2B26-7180-405D-84D2-99D1D905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6E1AC5-F4AD-4E39-AEA6-B74CAD82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Architecture applicative</a:t>
            </a:r>
          </a:p>
        </p:txBody>
      </p:sp>
    </p:spTree>
    <p:extLst>
      <p:ext uri="{BB962C8B-B14F-4D97-AF65-F5344CB8AC3E}">
        <p14:creationId xmlns:p14="http://schemas.microsoft.com/office/powerpoint/2010/main" val="1107056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3E7DD-DCF4-4F96-B189-7AE24E17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Données relationnelles et analytiques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AA8C6-27B3-4D98-806B-DE34E0E0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MySQL gère l'activité quotidienne. MongoDB alimente les statistiques administrateur.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e3fd767504cc3"/>
          <a:stretch xmlns:a="http://schemas.openxmlformats.org/drawingml/2006/main"/>
        </p:blipFill>
        <p:spPr>
          <a:xfrm xmlns:a="http://schemas.openxmlformats.org/drawingml/2006/main">
            <a:off x="1760553" y="1619250"/>
            <a:ext cx="3622644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6B32F-6644-4D3A-847C-533DE0D5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42308-276D-4884-8502-7DD9787F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Utilisateurs, rôles, menus, plats, allergènes, commandes, avis, horaires et messages de contact.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461DD-6154-499C-97F8-073526E3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D3A58-6F48-4BFA-9E86-375452BA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361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76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Projection des commandes pour comparer les menus et calculer le chiffre d'affaires avec des filtres de période.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3358F-F4E7-49E4-A3B8-1E224BA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1B35B-F588-4861-A0E2-4C94B559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</p:spTree>
    <p:extLst>
      <p:ext uri="{BB962C8B-B14F-4D97-AF65-F5344CB8AC3E}">
        <p14:creationId xmlns:p14="http://schemas.microsoft.com/office/powerpoint/2010/main" val="610480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57764-D1E5-424E-8462-AE18B31D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Sécurité, configuration et Git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A0BC2-C88B-4DF1-99B8-418A336D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Des données sensibles séparées du code versionné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4D95F-AE64-4708-B55F-99A4076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Sécurité applicative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5FFA5-5745-4CE5-BF5C-E3F33D2E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810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Mots de passe hachés</a:t>
            </a:r>
          </a:p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Contrôle des rôles et de la propriété des commandes</a:t>
            </a:r>
          </a:p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Jetons CSRF sur les formulaires sensibles</a:t>
            </a:r>
          </a:p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Comptes désactivés refusés à la connexion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3A564-9A4F-4853-B3C8-789AC567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Fichiers sensibles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A7F69-8BB3-4D07-9DF5-7AE353D5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.env et .env.*</a:t>
            </a:r>
          </a:p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Identifiants MySQL, MongoDB et SMTP</a:t>
            </a:r>
          </a:p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/vendor, logs, caches et sauvegardes locales</a:t>
            </a:r>
          </a:p>
          <a:p xmlns:a="http://schemas.openxmlformats.org/drawingml/2006/main">
            <a:pPr algn="l">
              <a:defRPr sz="1575" b="0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1410"/>
                </a:solidFill>
                <a:latin typeface="Arial"/>
                <a:ea typeface="Arial"/>
                <a:cs typeface="Arial"/>
              </a:rPr>
              <a:t>Variables de production placées dans Heroku Config Vars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04686-519C-4D25-9AE9-16784F6A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Workflow Git : develop pour les intégrations, main pour une version testée puis déployée.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5DBDC-693D-4488-9400-21C19D5E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C927D-0BA6-4D5F-A81C-26745893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</p:spTree>
    <p:extLst>
      <p:ext uri="{BB962C8B-B14F-4D97-AF65-F5344CB8AC3E}">
        <p14:creationId xmlns:p14="http://schemas.microsoft.com/office/powerpoint/2010/main" val="18450562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0BCC0-CD3A-4C00-BDE6-DECA5E2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Déploiement et vérifications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209FE-A4F5-4952-BEFC-32EFBFFB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382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Une application mise en ligne sur Heroku et contrôlée par parcours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41FF0-36BA-466D-871B-E6E2EB0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06A40-EE6F-4F4E-8F10-C1F639BD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Config Vars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541C1-EF19-4E3F-9E7D-CF077D1B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MySQL, MongoDB, SMTP et APP_URL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F5B0E-577A-48F2-ACAB-D9861B82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15D47-BCF6-41AB-8B3A-3DBD0C0D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Déploiement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71C8F-EDEC-4F3B-AD65-38A017B3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242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Push de la branche main vers Heroku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44E96-8E94-4CC0-9199-2AB74677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FA711-1B95-4A71-B82E-27C213F1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Migrations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490BA-028C-4A85-9C5F-62CAA34D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Mises à jour SQL, dont le cycle de vie des commandes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804E0-7B5D-416F-91CE-0379640E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36584-D171-4494-B816-99262869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72130-2F24-4CCF-83C6-EF2D1C4B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Accueil, connexion, commande, e-mails et statistiques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AA964-F5EA-4E84-8F03-E1FCA4B5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14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1410"/>
                </a:solidFill>
                <a:latin typeface="Arial"/>
                <a:ea typeface="Arial"/>
                <a:cs typeface="Arial"/>
              </a:rPr>
              <a:t>Les scénarios de test couvrent les menus, le cycle de commande, les avis, les rôles, les statistiques et le responsive.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BFE4E-7AFC-40F2-BA5C-37227A1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D5940-8DC2-4F78-8E98-5DA97A34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8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0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5707C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</p:spTree>
    <p:extLst>
      <p:ext uri="{BB962C8B-B14F-4D97-AF65-F5344CB8AC3E}">
        <p14:creationId xmlns:p14="http://schemas.microsoft.com/office/powerpoint/2010/main" val="1895889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417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5BD99-0E18-4E01-9ED4-E9EAA8C3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74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Vite &amp; Gourmand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AF750-E93A-40A2-B8CF-382D017D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3E7D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E7D9"/>
                </a:solidFill>
                <a:latin typeface="Arial"/>
                <a:ea typeface="Arial"/>
                <a:cs typeface="Arial"/>
              </a:rPr>
              <a:t>Une application qui relie la présentation des menus, la commande client et la gestion interne du traiteur.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87099-F3B2-4B34-BCE4-D7F2AFAA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8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Démonstration conseillée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E1E70-AF8C-4FE4-BD6B-B6F33689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Accueil et menus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Commande client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Suivi employé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Statistiques administrateur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137BA-53FA-4316-9832-D0AB25BC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2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7829"/>
                </a:solidFill>
                <a:latin typeface="Arial"/>
                <a:ea typeface="Arial"/>
                <a:cs typeface="Arial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1410695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2026-09-07T19:42:24.5490000Z</dcterms:created>
  <dcterms:modified xsi:type="dcterms:W3CDTF">2026-09-07T19:42:24.5490000Z</dcterms:modified>
</coreProperties>
</file>